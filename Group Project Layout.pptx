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Grumpy Puppy Dog Walking Service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73775" y="920850"/>
            <a:ext cx="8727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Home	Search for a Walker	Schedule a Walk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77850"/>
            <a:ext cx="5520292" cy="311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